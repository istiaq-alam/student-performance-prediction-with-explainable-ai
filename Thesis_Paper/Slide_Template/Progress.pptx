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sldIdLst>
    <p:sldId id="256" r:id="rId5"/>
    <p:sldId id="257" r:id="rId7"/>
  </p:sldIdLst>
  <p:sldSz cx="9144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n"/>
          <p:cNvSpPr txBox="1"/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" name="Google Shape;69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70" name="Google Shape;70;n"/>
          <p:cNvSpPr txBox="1"/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n"/>
          <p:cNvSpPr txBox="1"/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"/>
          <p:cNvSpPr txBox="1"/>
          <p:nvPr>
            <p:ph type="subTitle" idx="1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2"/>
          <p:cNvSpPr txBox="1"/>
          <p:nvPr>
            <p:ph type="body" idx="2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540"/>
              </a:spcBef>
              <a:spcAft>
                <a:spcPts val="0"/>
              </a:spcAft>
              <a:buClr>
                <a:srgbClr val="0070C0"/>
              </a:buClr>
              <a:buSzPts val="2700"/>
              <a:buNone/>
              <a:defRPr sz="2700">
                <a:solidFill>
                  <a:srgbClr val="0070C0"/>
                </a:solidFill>
              </a:defRPr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"/>
          <p:cNvSpPr txBox="1"/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"/>
          <p:cNvSpPr txBox="1"/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"/>
          <p:cNvSpPr txBox="1"/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457200" y="274638"/>
            <a:ext cx="8229600" cy="944700"/>
          </a:xfrm>
          <a:prstGeom prst="rect">
            <a:avLst/>
          </a:prstGeom>
          <a:gradFill>
            <a:gsLst>
              <a:gs pos="0">
                <a:srgbClr val="94B7F6"/>
              </a:gs>
              <a:gs pos="50000">
                <a:srgbClr val="BED1F7"/>
              </a:gs>
              <a:gs pos="100000">
                <a:srgbClr val="DEE8F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36609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"/>
          <p:cNvSpPr txBox="1"/>
          <p:nvPr>
            <p:ph type="body" idx="1"/>
          </p:nvPr>
        </p:nvSpPr>
        <p:spPr>
          <a:xfrm>
            <a:off x="457200" y="14478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"/>
          <p:cNvSpPr txBox="1"/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"/>
          <p:cNvSpPr txBox="1"/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"/>
          <p:cNvSpPr txBox="1"/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/>
        </p:nvSpPr>
        <p:spPr>
          <a:xfrm>
            <a:off x="2819400" y="0"/>
            <a:ext cx="6324600" cy="685800"/>
          </a:xfrm>
          <a:prstGeom prst="rect">
            <a:avLst/>
          </a:prstGeom>
          <a:solidFill>
            <a:srgbClr val="215968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 Presentation</a:t>
            </a:r>
            <a:endParaRPr lang="en-US" sz="2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685800" y="3200400"/>
            <a:ext cx="3810000" cy="53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5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lang="en-US"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4800600" y="3200400"/>
            <a:ext cx="3962400" cy="53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5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 lang="en-US"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9400" y="117475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"/>
          <p:cNvSpPr txBox="1"/>
          <p:nvPr>
            <p:ph type="body" idx="1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"/>
          <p:cNvSpPr txBox="1"/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"/>
          <p:cNvSpPr txBox="1"/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"/>
          <p:cNvSpPr txBox="1"/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/>
        </p:nvSpPr>
        <p:spPr>
          <a:xfrm>
            <a:off x="1752600" y="5943600"/>
            <a:ext cx="73818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 Presentation</a:t>
            </a:r>
            <a:endParaRPr lang="en-US" sz="2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" descr="Graphics Resources - Notre Dame University Bangladesh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8600" y="56911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3"/>
          <p:cNvSpPr txBox="1"/>
          <p:nvPr>
            <p:ph type="body" idx="1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3"/>
          <p:cNvSpPr txBox="1"/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3"/>
          <p:cNvSpPr txBox="1"/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3"/>
          <p:cNvSpPr txBox="1"/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type="body" idx="1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5"/>
          <p:cNvSpPr txBox="1"/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Thesis Title</a:t>
            </a:r>
            <a:endParaRPr lang="en-US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type="subTitle" idx="1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</a:pPr>
            <a:r>
              <a:rPr lang="en-US" sz="2700">
                <a:solidFill>
                  <a:srgbClr val="366092"/>
                </a:solidFill>
              </a:rPr>
              <a:t>Subtitle</a:t>
            </a:r>
            <a:endParaRPr lang="en-US" sz="2700">
              <a:solidFill>
                <a:srgbClr val="366092"/>
              </a:solidFill>
            </a:endParaRPr>
          </a:p>
        </p:txBody>
      </p:sp>
      <p:sp>
        <p:nvSpPr>
          <p:cNvPr id="116" name="Google Shape;116;p6"/>
          <p:cNvSpPr txBox="1"/>
          <p:nvPr>
            <p:ph type="body" idx="2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None/>
            </a:pPr>
            <a:r>
              <a:rPr lang="en-US" sz="2700">
                <a:solidFill>
                  <a:srgbClr val="0070C0"/>
                </a:solidFill>
              </a:rPr>
              <a:t>Subtitle </a:t>
            </a:r>
            <a:endParaRPr lang="en-US" sz="2700">
              <a:solidFill>
                <a:srgbClr val="0070C0"/>
              </a:solidFill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3000375" y="6248400"/>
            <a:ext cx="314325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Saturday 30 July 2011</a:t>
            </a:r>
            <a:endParaRPr lang="en-US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 idx="4294967295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gradFill>
            <a:gsLst>
              <a:gs pos="0">
                <a:srgbClr val="94B7F6"/>
              </a:gs>
              <a:gs pos="50000">
                <a:srgbClr val="BED1F7"/>
              </a:gs>
              <a:gs pos="100000">
                <a:srgbClr val="DEE8F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00000"/>
              <a:buFont typeface="Calibri"/>
              <a:buNone/>
            </a:pPr>
            <a:r>
              <a:rPr lang="en-US" sz="4400" b="1" i="0" u="none" strike="noStrike" cap="none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4400" b="1" i="0" u="none" strike="noStrike" cap="none">
              <a:solidFill>
                <a:srgbClr val="3660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lang="en-US" sz="1200" b="0" i="0" u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lang="en-US" sz="1200" b="0" i="0" u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CSE, NDUB</a:t>
            </a:r>
            <a:endParaRPr lang="en-US" sz="1200" b="0" i="0" u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>
            <p:ph type="body" idx="1"/>
          </p:nvPr>
        </p:nvSpPr>
        <p:spPr>
          <a:xfrm>
            <a:off x="2133600" y="1295400"/>
            <a:ext cx="5562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Related works/Literature review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Implementation/Proposed Algorithm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Video clip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Wish to do work within defense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Conclusion  </a:t>
            </a:r>
            <a:endParaRPr lang="en-US" sz="2600" b="0" i="0" u="none" strike="noStrike" cap="none">
              <a:solidFill>
                <a:srgbClr val="3760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WPS Presentation</Application>
  <PresentationFormat/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Droid Sans Fallback</vt:lpstr>
      <vt:lpstr>Arial Unicode MS</vt:lpstr>
      <vt:lpstr>1_Office Theme</vt:lpstr>
      <vt:lpstr>2_Office Theme</vt:lpstr>
      <vt:lpstr>Office Theme</vt:lpstr>
      <vt:lpstr>PowerPoint 演示文稿</vt:lpstr>
      <vt:lpstr>Contents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/>
  <cp:lastModifiedBy>spyder</cp:lastModifiedBy>
  <cp:revision>1</cp:revision>
  <dcterms:created xsi:type="dcterms:W3CDTF">2026-01-28T17:41:07Z</dcterms:created>
  <dcterms:modified xsi:type="dcterms:W3CDTF">2026-01-28T17:41:07Z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6A0D572321C31505334A7A696603B718_42</vt:lpwstr>
  </property>
  <property fmtid="{D5CDD505-2E9C-101B-9397-08002B2CF9AE}" pid="3" name="KSOProductBuildVer">
    <vt:lpwstr>1033-12.1.2.24722</vt:lpwstr>
  </property>
</Properties>
</file>