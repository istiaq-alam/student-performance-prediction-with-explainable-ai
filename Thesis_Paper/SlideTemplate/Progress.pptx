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0" r:id="rId4"/>
    <p:sldMasterId id="2147483651" r:id="rId5"/>
    <p:sldMasterId id="2147483652" r:id="rId6"/>
  </p:sldMasterIdLst>
  <p:notesMasterIdLst>
    <p:notesMasterId r:id="rId7"/>
  </p:notesMasterIdLst>
  <p:sldIdLst>
    <p:sldId id="256" r:id="rId8"/>
    <p:sldId id="257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9" name="Google Shape;69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/>
          <p:nvPr>
            <p:ph type="ctrTitle"/>
          </p:nvPr>
        </p:nvSpPr>
        <p:spPr>
          <a:xfrm>
            <a:off x="685800" y="1143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"/>
          <p:cNvSpPr txBox="1"/>
          <p:nvPr>
            <p:ph idx="1" type="subTitle"/>
          </p:nvPr>
        </p:nvSpPr>
        <p:spPr>
          <a:xfrm>
            <a:off x="685800" y="3886200"/>
            <a:ext cx="3886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spcBef>
                <a:spcPts val="540"/>
              </a:spcBef>
              <a:spcAft>
                <a:spcPts val="0"/>
              </a:spcAft>
              <a:buClr>
                <a:srgbClr val="366092"/>
              </a:buClr>
              <a:buSzPts val="2700"/>
              <a:buNone/>
              <a:defRPr sz="2700">
                <a:solidFill>
                  <a:srgbClr val="366092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2"/>
          <p:cNvSpPr txBox="1"/>
          <p:nvPr>
            <p:ph idx="2" type="body"/>
          </p:nvPr>
        </p:nvSpPr>
        <p:spPr>
          <a:xfrm>
            <a:off x="4800600" y="3886200"/>
            <a:ext cx="39624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ctr">
              <a:spcBef>
                <a:spcPts val="540"/>
              </a:spcBef>
              <a:spcAft>
                <a:spcPts val="0"/>
              </a:spcAft>
              <a:buClr>
                <a:srgbClr val="0070C0"/>
              </a:buClr>
              <a:buSzPts val="2700"/>
              <a:buNone/>
              <a:defRPr sz="2700">
                <a:solidFill>
                  <a:srgbClr val="0070C0"/>
                </a:solidFill>
              </a:defRPr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457200" y="274638"/>
            <a:ext cx="8229600" cy="944700"/>
          </a:xfrm>
          <a:prstGeom prst="rect">
            <a:avLst/>
          </a:prstGeom>
          <a:gradFill>
            <a:gsLst>
              <a:gs pos="0">
                <a:srgbClr val="94B7F6"/>
              </a:gs>
              <a:gs pos="50000">
                <a:srgbClr val="BED1F7"/>
              </a:gs>
              <a:gs pos="100000">
                <a:srgbClr val="DEE8FB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36609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457200" y="144780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rgbClr val="366092"/>
              </a:buClr>
              <a:buSzPts val="3200"/>
              <a:buChar char="•"/>
              <a:defRPr>
                <a:solidFill>
                  <a:srgbClr val="366092"/>
                </a:solidFill>
              </a:defRPr>
            </a:lvl1pPr>
            <a:lvl2pPr indent="-406400" lvl="1" marL="914400" rtl="0" algn="l">
              <a:spcBef>
                <a:spcPts val="560"/>
              </a:spcBef>
              <a:spcAft>
                <a:spcPts val="0"/>
              </a:spcAft>
              <a:buClr>
                <a:srgbClr val="31859B"/>
              </a:buClr>
              <a:buSzPts val="2800"/>
              <a:buChar char="–"/>
              <a:defRPr>
                <a:solidFill>
                  <a:srgbClr val="31859B"/>
                </a:solidFill>
              </a:defRPr>
            </a:lvl2pPr>
            <a:lvl3pPr indent="-381000" lvl="2" marL="1371600" rtl="0" algn="l">
              <a:spcBef>
                <a:spcPts val="480"/>
              </a:spcBef>
              <a:spcAft>
                <a:spcPts val="0"/>
              </a:spcAft>
              <a:buClr>
                <a:srgbClr val="953734"/>
              </a:buClr>
              <a:buSzPts val="2400"/>
              <a:buChar char="•"/>
              <a:defRPr>
                <a:solidFill>
                  <a:srgbClr val="953734"/>
                </a:solidFill>
              </a:defRPr>
            </a:lvl3pPr>
            <a:lvl4pPr indent="-355600" lvl="3" marL="1828800" rtl="0" algn="l">
              <a:spcBef>
                <a:spcPts val="400"/>
              </a:spcBef>
              <a:spcAft>
                <a:spcPts val="0"/>
              </a:spcAft>
              <a:buClr>
                <a:srgbClr val="E36C09"/>
              </a:buClr>
              <a:buSzPts val="2000"/>
              <a:buChar char="–"/>
              <a:defRPr>
                <a:solidFill>
                  <a:srgbClr val="E36C09"/>
                </a:solidFill>
              </a:defRPr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/>
          <p:nvPr/>
        </p:nvSpPr>
        <p:spPr>
          <a:xfrm>
            <a:off x="2819400" y="0"/>
            <a:ext cx="6324600" cy="685800"/>
          </a:xfrm>
          <a:prstGeom prst="rect">
            <a:avLst/>
          </a:prstGeom>
          <a:solidFill>
            <a:srgbClr val="215968"/>
          </a:solidFill>
          <a:ln cap="flat" cmpd="sng" w="254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 Presentation</a:t>
            </a:r>
            <a:endParaRPr/>
          </a:p>
        </p:txBody>
      </p:sp>
      <p:sp>
        <p:nvSpPr>
          <p:cNvPr id="74" name="Google Shape;74;p1"/>
          <p:cNvSpPr txBox="1"/>
          <p:nvPr/>
        </p:nvSpPr>
        <p:spPr>
          <a:xfrm>
            <a:off x="685800" y="3200400"/>
            <a:ext cx="3810000" cy="5334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/>
          </a:p>
        </p:txBody>
      </p:sp>
      <p:sp>
        <p:nvSpPr>
          <p:cNvPr id="75" name="Google Shape;75;p1"/>
          <p:cNvSpPr txBox="1"/>
          <p:nvPr/>
        </p:nvSpPr>
        <p:spPr>
          <a:xfrm>
            <a:off x="4800600" y="3200400"/>
            <a:ext cx="3962400" cy="5334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by</a:t>
            </a:r>
            <a:endParaRPr/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79400" y="117475"/>
            <a:ext cx="939800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"/>
          <p:cNvSpPr txBox="1"/>
          <p:nvPr>
            <p:ph idx="1" type="body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/>
        </p:nvSpPr>
        <p:spPr>
          <a:xfrm>
            <a:off x="1752600" y="5943600"/>
            <a:ext cx="7381800" cy="381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 Presentation</a:t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phics Resources - Notre Dame University Bangladesh" id="92" name="Google Shape;92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28600" y="56911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3"/>
          <p:cNvSpPr txBox="1"/>
          <p:nvPr>
            <p:ph idx="1" type="body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5"/>
          <p:cNvSpPr txBox="1"/>
          <p:nvPr>
            <p:ph idx="1" type="body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685800" y="1143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685800" y="3886200"/>
            <a:ext cx="3886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700"/>
              <a:buNone/>
            </a:pPr>
            <a:r>
              <a:t/>
            </a:r>
            <a:endParaRPr sz="2700">
              <a:solidFill>
                <a:srgbClr val="366092"/>
              </a:solidFill>
            </a:endParaRPr>
          </a:p>
        </p:txBody>
      </p:sp>
      <p:sp>
        <p:nvSpPr>
          <p:cNvPr id="116" name="Google Shape;116;p6"/>
          <p:cNvSpPr txBox="1"/>
          <p:nvPr>
            <p:ph idx="2" type="body"/>
          </p:nvPr>
        </p:nvSpPr>
        <p:spPr>
          <a:xfrm>
            <a:off x="4800600" y="3886200"/>
            <a:ext cx="39624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None/>
            </a:pPr>
            <a:r>
              <a:t/>
            </a:r>
            <a:endParaRPr sz="2700">
              <a:solidFill>
                <a:srgbClr val="0070C0"/>
              </a:solidFill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3581400" y="6248400"/>
            <a:ext cx="22209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Saturday 30 July 2011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idx="4294967295"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gradFill>
            <a:gsLst>
              <a:gs pos="0">
                <a:srgbClr val="94B7F6"/>
              </a:gs>
              <a:gs pos="50000">
                <a:srgbClr val="BED1F7"/>
              </a:gs>
              <a:gs pos="100000">
                <a:srgbClr val="DEE8FB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ct val="100000"/>
              <a:buFont typeface="Calibri"/>
              <a:buNone/>
            </a:pPr>
            <a:r>
              <a:rPr b="1" i="0" lang="en-US" sz="4400" u="none" cap="none" strike="noStrike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b="1" i="0" sz="4400" u="none" cap="none" strike="noStrike">
              <a:solidFill>
                <a:srgbClr val="3660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CSE, NDUB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2133600" y="1295400"/>
            <a:ext cx="5562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Related works/Literature review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Implementation/Proposed Algorithm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Video clip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Wish to do work within defense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76092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Conclusion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